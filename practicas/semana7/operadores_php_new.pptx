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10C20-A4E5-4446-9A2B-9989D6BB0354}" type="datetimeFigureOut">
              <a:t>23/06/2026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D4984-BF0A-494F-BBBA-ED42307C42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9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les explico los operadores de comparación y lógicos en PHP: == vs ===, != vs !==, los relacionales y los lógicos.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símbolos que comparan valores o combinan condiciones para que el código tome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 convierte tipos antes de comparar y puede dar sorpresas. === compara valor y tipo, sin conversión: es la opción segura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!= y !== son lo opuesto de == y ===. Si == sería true, != es false; misma lógica entre === y !==.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&gt;, &lt;, &lt;=, &gt;= comparan orden o magnitud. Funcionan con números y también con texto, comparando letra por letra.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&amp;&amp; exige las dos condiciones, || basta con una, ! invierte. Además, PHP usa short-circuit: deja de evaluar en cuanto conoce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repaso: cada operador responde a una pregunta concreta sobre los valores que comparamos.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Perla PHP: comparar con == en vez de === puede causar bugs de seguridad. Antes de PHP 8, 0 == 'admin' daba true. Por eso login siempre debe usar === o hash_equals(). Gracias,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de Comparación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Lógicos en PHP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vs ===   ·   != vs !==   ·   &gt;  &lt;  &lt;=   ·   &amp;&amp;  ||  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78240" y="146304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12132C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052560" y="16459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($usuario === $admin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$edad &gt;= 18)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grantAccess();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denyAccess();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 ·  Cómo funciona  ·  Perla PHP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y para qué sirven?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64592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símbolos que usamos en PHP para comparar dos valores (¿son iguales?, ¿uno es mayor que el otro?) y para combinar varias condiciones en una sola decisión.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EEF7F5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20040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Sirven para que el programa pueda decidir qué hacer: todo if, while o for necesita saber primero si una condición es verdadera o falsa.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88720" y="5029200"/>
            <a:ext cx="548640" cy="548640"/>
          </a:xfrm>
          <a:prstGeom prst="ellipse">
            <a:avLst/>
          </a:prstGeom>
          <a:solidFill>
            <a:srgbClr val="1A1B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366" y="5171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5669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valores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5961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 y  $b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73736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6A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480560" y="5029200"/>
            <a:ext cx="548640" cy="548640"/>
          </a:xfrm>
          <a:prstGeom prst="ellipse">
            <a:avLst/>
          </a:prstGeom>
          <a:solidFill>
            <a:srgbClr val="1A1B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206" y="51718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23360" y="5669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operador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023360" y="5961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&gt;  &amp;&amp;  ...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6A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772400" y="5029200"/>
            <a:ext cx="548640" cy="548640"/>
          </a:xfrm>
          <a:prstGeom prst="ellipse">
            <a:avLst/>
          </a:prstGeom>
          <a:solidFill>
            <a:srgbClr val="1A1B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046" y="51718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5669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0" y="5961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/  false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== vs ===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floja vs. igualdad estricta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584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tipos antes de comparar ("type juggling")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2788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"5"   →   </a:t>
            </a:r>
            <a:r>
              <a:rPr lang="en-US" sz="1300" b="1" dirty="0">
                <a:solidFill>
                  <a:srgbClr val="1E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1272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 false   →   </a:t>
            </a:r>
            <a:r>
              <a:rPr lang="en-US" sz="1300" b="1" dirty="0">
                <a:solidFill>
                  <a:srgbClr val="1E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465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== "1e1"   →   </a:t>
            </a:r>
            <a:r>
              <a:rPr lang="en-US" sz="1300" b="1" dirty="0">
                <a:solidFill>
                  <a:srgbClr val="1E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true: PHP los considera "equivalentes" tras convertir tipos.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EF7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9224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valor Y tipo. No convierte nada.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2788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"5"   →   </a:t>
            </a:r>
            <a:r>
              <a:rPr lang="en-US" sz="13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31272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=== false   →   </a:t>
            </a:r>
            <a:r>
              <a:rPr lang="en-US" sz="13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3465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=== "1e1"   →   </a:t>
            </a:r>
            <a:r>
              <a:rPr lang="en-US" sz="13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false: los tipos no coinciden, sin importar el valor.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45720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21" name="Shape 18"/>
          <p:cNvSpPr/>
          <p:nvPr/>
        </p:nvSpPr>
        <p:spPr>
          <a:xfrm>
            <a:off x="960120" y="477774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4908499"/>
            <a:ext cx="241402" cy="2414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45920" y="45720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si comparas un dato de un formulario (siempre llega como string) contra un número con ==, PHP puede decir que son "iguales" cuando tu lógica de negocio dice que no. Por eso se recomienda usar === por defecto.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!= vs !==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espejo de == y ===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preguntar "¿son iguales?", != y !== preguntan "¿son diferentes?". Usan las mismas reglas que == y === respectivamente.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40280"/>
          <a:ext cx="10698480" cy="2651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qué?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!= "10"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1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valor numérico → son iguales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!== "10"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Estricta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1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vs string → tipos distintos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!= 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1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se consideran "vacíos"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!== 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Estricta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1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vs boolean → tipos distintos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" y="544068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9" name="Shape 5"/>
          <p:cNvSpPr/>
          <p:nvPr/>
        </p:nvSpPr>
        <p:spPr>
          <a:xfrm>
            <a:off x="960120" y="564642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57771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5440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 mental: si == diría true, entonces != dice false (y viceversa). Lo mismo aplica entre === y !==.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&gt;, &lt;, &lt;=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 orden o magnitud, no igualdad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6675120" cy="3108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9E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9E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o igual 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&lt;= 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9E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o igual 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&gt;= 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60020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EF7F5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También funcionan con texto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compara cadenas letra por letra, como en un diccionario: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29260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 &lt; "abd"   →   </a:t>
            </a:r>
            <a:r>
              <a:rPr lang="en-US" sz="1250" b="1" dirty="0">
                <a:solidFill>
                  <a:srgbClr val="1E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046720" y="32918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"manzana" &lt; "pera"   →   </a:t>
            </a:r>
            <a:r>
              <a:rPr lang="en-US" sz="1250" b="1" dirty="0">
                <a:solidFill>
                  <a:srgbClr val="1E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4672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'c' va antes que 'd'; 'm' va antes que 'p'.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50292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" y="523494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53656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5029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y &gt;= incluyen el caso de "igual": 5 &lt;= 5 es true porque, aunque no es menor, sí es igual.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&amp;&amp; || !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o invierten condiciones, no valores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783080"/>
            <a:ext cx="1188720" cy="685800"/>
          </a:xfrm>
          <a:prstGeom prst="roundRect">
            <a:avLst>
              <a:gd name="adj" fmla="val 13333"/>
            </a:avLst>
          </a:prstGeom>
          <a:solidFill>
            <a:srgbClr val="1A1B3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83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25420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solo si AMBAS condiciones son verdaderas.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($edad&gt;=18 &amp;&amp; $tieneId)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16552" y="15544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90872" y="1783080"/>
            <a:ext cx="1188720" cy="685800"/>
          </a:xfrm>
          <a:prstGeom prst="roundRect">
            <a:avLst>
              <a:gd name="adj" fmla="val 13333"/>
            </a:avLst>
          </a:prstGeom>
          <a:solidFill>
            <a:srgbClr val="00B6A0"/>
          </a:solidFill>
          <a:ln/>
        </p:spPr>
      </p:sp>
      <p:sp>
        <p:nvSpPr>
          <p:cNvPr id="14" name="Text 11"/>
          <p:cNvSpPr/>
          <p:nvPr/>
        </p:nvSpPr>
        <p:spPr>
          <a:xfrm>
            <a:off x="4690872" y="1783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690872" y="25420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90872" y="28803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AL MENOS UNA condición es verdadera.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90872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($esAdmin || $esMod)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01584" y="15544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</p:spPr>
      </p:sp>
      <p:sp>
        <p:nvSpPr>
          <p:cNvPr id="19" name="Shape 16"/>
          <p:cNvSpPr/>
          <p:nvPr/>
        </p:nvSpPr>
        <p:spPr>
          <a:xfrm>
            <a:off x="8375904" y="1783080"/>
            <a:ext cx="1188720" cy="685800"/>
          </a:xfrm>
          <a:prstGeom prst="roundRect">
            <a:avLst>
              <a:gd name="adj" fmla="val 13333"/>
            </a:avLst>
          </a:prstGeom>
          <a:solidFill>
            <a:srgbClr val="FFB400"/>
          </a:solidFill>
          <a:ln/>
        </p:spPr>
      </p:sp>
      <p:sp>
        <p:nvSpPr>
          <p:cNvPr id="20" name="Text 17"/>
          <p:cNvSpPr/>
          <p:nvPr/>
        </p:nvSpPr>
        <p:spPr>
          <a:xfrm>
            <a:off x="8375904" y="1783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375904" y="25420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75904" y="28803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valor lógico de una expresión.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75904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!$estaBloqueado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" y="425196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EEF7F5"/>
          </a:solidFill>
          <a:ln/>
        </p:spPr>
      </p:sp>
      <p:sp>
        <p:nvSpPr>
          <p:cNvPr id="25" name="Shape 22"/>
          <p:cNvSpPr/>
          <p:nvPr/>
        </p:nvSpPr>
        <p:spPr>
          <a:xfrm>
            <a:off x="960120" y="4709160"/>
            <a:ext cx="502920" cy="50292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4839919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645920" y="4251960"/>
            <a:ext cx="9509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PHP evalúa de izquierda a derecha y se detiene en cuanto ya conoce el resultado. Por ejemplo, en ($usuario !== null &amp;&amp; $usuario-&gt;activo), si $usuario es null, PHP ya no revisa -&gt;activo, evitando un error.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B6A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rápido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responde cada operador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526280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pregunta responde?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Operador(es)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¿Son iguales, sin importar tipo?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¿Son iguales en valor Y tipo?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¿Son diferentes, sin importar tipo?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¿Son diferentes en valor Y tipo?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¿Cuál es mayor o menor?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  &lt;   &lt;=   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cumplen varias condiciones a la vez?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cumple al menos una condición?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¿Quiero lo contrario de esta condición?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B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Perla PHP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459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común que vale la pena evitar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78308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242650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78308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contraseñas, tokens o IDs con == en vez de === puede provocar fallos de seguridad y bugs silenciosos, porque PHP convierte tipos automáticamente antes de comparar.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337560"/>
            <a:ext cx="6309360" cy="1828800"/>
          </a:xfrm>
          <a:prstGeom prst="roundRect">
            <a:avLst>
              <a:gd name="adj" fmla="val 4000"/>
            </a:avLst>
          </a:prstGeom>
          <a:solidFill>
            <a:srgbClr val="12132C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3520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 de PHP 8: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 "admin"     // true  (¡peligroso!)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Desde PHP 8: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CF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 "admin"     // false (corregido)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333756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242650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3840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los sistemas de login siempre deben validar con === (o funciones como hash_equals()), nunca con ==.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Operadores de Comparacion y Logicos en PHP</dc:title>
  <dc:subject>PptxGenJS Presentation</dc:subject>
  <dc:creator>PHP Fundamentos</dc:creator>
  <cp:lastModifiedBy>PHP Fundamentos</cp:lastModifiedBy>
  <cp:revision>2</cp:revision>
  <dcterms:created xsi:type="dcterms:W3CDTF">2026-06-24T02:17:53Z</dcterms:created>
  <dcterms:modified xsi:type="dcterms:W3CDTF">2026-06-24T02:43:09Z</dcterms:modified>
</cp:coreProperties>
</file>